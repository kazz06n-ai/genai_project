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oboto Slab"/>
      <p:regular r:id="rId17"/>
    </p:embeddedFont>
    <p:embeddedFont>
      <p:font typeface="Roboto Slab"/>
      <p:regular r:id="rId18"/>
    </p:embeddedFont>
    <p:embeddedFont>
      <p:font typeface="Roboto"/>
      <p:regular r:id="rId19"/>
    </p:embeddedFont>
    <p:embeddedFont>
      <p:font typeface="Roboto"/>
      <p:regular r:id="rId20"/>
    </p:embeddedFont>
    <p:embeddedFont>
      <p:font typeface="Roboto"/>
      <p:regular r:id="rId21"/>
    </p:embeddedFont>
    <p:embeddedFont>
      <p:font typeface="Roboto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GenAI Cybersecurity Threat Reporter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Local RAG-Powered Intelligence System for Automated Threat Analysis and Reporting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Vision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system leverages Retrieval-Augmented Generation (RAG) to transform raw threat intelligence into actionable security reports. By combining local LLM processing with vector database retrieval, it delivers real-time threat assessments without cloud dependencies.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Stack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033957"/>
            <a:ext cx="6244709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Ollama (Gemma-4)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Local LLM for threat analysis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RAG pipeline orchestration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Vectorized threat knowledge base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Interactive reporting interface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3393" y="724019"/>
            <a:ext cx="7730014" cy="1262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Statement: The Cybersecurity Crisis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3393" y="2357318"/>
            <a:ext cx="37526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236%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807041" y="325981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Attack Growth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193393" y="3683317"/>
            <a:ext cx="37526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Year-over-year increase in ransomware attacks (2023)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170795" y="2357318"/>
            <a:ext cx="37526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8M+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0784443" y="325981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Daily Threats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170795" y="3683317"/>
            <a:ext cx="3752612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Unique malware variants detected daily worldwide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182094" y="4755118"/>
            <a:ext cx="3752612" cy="666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287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8795742" y="5657612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Days to Detect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182094" y="6081117"/>
            <a:ext cx="3752612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time to identify security breaches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193393" y="6589038"/>
            <a:ext cx="7730014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teams face information overload with fragmented threat intelligence sources. Manual analysis delays response times, creating critical security gaps that sophisticated attackers exploit.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13272"/>
            <a:ext cx="81705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Architecture Overview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920" y="2575679"/>
            <a:ext cx="11714440" cy="42406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17850" y="5781186"/>
            <a:ext cx="2934582" cy="36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Retrieval Layer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2317850" y="4503013"/>
            <a:ext cx="2934582" cy="36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Vectorization Layer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2317850" y="3211796"/>
            <a:ext cx="2934582" cy="3668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Ingestion Layer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622"/>
            <a:ext cx="103964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Stage 1: Data Ingestion &amp; Preprocessing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629376"/>
            <a:ext cx="34622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Intelligent Data Collection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210520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ingestion layer automatically harvests threat intelligence from multiple authoritative sources including CVE databases, security advisories, MITRE ATT&amp;CK framework, and dark web monitoring feeds.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26042"/>
            <a:ext cx="3067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Preprocessing Pipeline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5107186"/>
            <a:ext cx="7604284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Text normalization and cleaning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Entity extraction (CVE IDs, threat actors)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Severity classification tagging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Temporal metadata enrichment</a:t>
            </a:r>
            <a:endParaRPr lang="en-US" sz="1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3255169"/>
            <a:ext cx="4885015" cy="27680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0660" y="749022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Stage 2: Vectorization with LangChain</a:t>
            </a:r>
            <a:endParaRPr lang="en-US" sz="4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0660" y="2376964"/>
            <a:ext cx="1063228" cy="12758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93198" y="258960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Document Loading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493198" y="3041452"/>
            <a:ext cx="639294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LangChain loaders parse structured and unstructured threat data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660" y="3652838"/>
            <a:ext cx="1063228" cy="12758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93198" y="386548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Text Chunking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493198" y="4317325"/>
            <a:ext cx="639294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segmentation preserving threat context and relationships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660" y="4928711"/>
            <a:ext cx="1063228" cy="12758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93198" y="5141357"/>
            <a:ext cx="2895124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Embedding Generation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493198" y="5593199"/>
            <a:ext cx="639294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Gemma-4 transforms text into 768-dimensional semantic vectors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660" y="6204585"/>
            <a:ext cx="1063228" cy="127587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93198" y="641723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Vector Storage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7493198" y="6869073"/>
            <a:ext cx="639294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indexes vectors for efficient similarity search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3142"/>
            <a:ext cx="8504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Stage 3: RAG Pipeline Execution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8554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40593"/>
            <a:ext cx="4196358" cy="3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014901"/>
            <a:ext cx="28795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Query Understanding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50531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 queries are parsed and enriched with security context using LangChain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16962" y="248554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962" y="2840593"/>
            <a:ext cx="4196358" cy="30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6962" y="3014901"/>
            <a:ext cx="32638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Vector Similarity Search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16962" y="3505319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ChromaDB performs approximate nearest-neighbor search across threat vectors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40133" y="2485549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1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0133" y="2863215"/>
            <a:ext cx="4196358" cy="30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0133" y="301490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Context Retrieval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40133" y="3505319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Top-k relevant threat documents are retrieved with semantic relevance scores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793790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1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23165"/>
            <a:ext cx="6407944" cy="30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LLM Generation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793790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Gemma-4 synthesizes retrieved context into coherent threat reports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7428548" y="4990862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05</a:t>
            </a:r>
            <a:endParaRPr lang="en-US" sz="17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48" y="5323165"/>
            <a:ext cx="6407944" cy="30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Report Formatting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7428548" y="6010632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Streamlit renders structured reports with risk assessments and mitigation steps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41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UI Design: Threat Intelligence Dashboard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626519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Streamlit Interface Features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993"/>
            <a:ext cx="3501509" cy="3946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Natural language query input with autocomplete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report generation with streaming output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threat timeline visualization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Export options (PDF, JSON, Markdown)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Dark mode optimized for security operations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856321" y="26265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Functionalities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856321" y="3207663"/>
            <a:ext cx="35015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dashboard enables analysts to query threat databases using plain English, compare multiple threats side-by-side, and generate comprehensive reports with risk scores, affected systems, and recommended mitigation strategies in seconds.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393144"/>
            <a:ext cx="6087308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Sample Threat Report: CVE Analysis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2424232" y="1013341"/>
            <a:ext cx="9781937" cy="768787"/>
          </a:xfrm>
          <a:prstGeom prst="roundRect">
            <a:avLst>
              <a:gd name="adj" fmla="val 2766"/>
            </a:avLst>
          </a:prstGeom>
          <a:solidFill>
            <a:srgbClr val="B6D6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916" y="1157526"/>
            <a:ext cx="221456" cy="17716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9057" y="1137285"/>
            <a:ext cx="46171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Report: Remote Code Execution in Apache HTTP Server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929057" y="1447324"/>
            <a:ext cx="9135428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CVE-2024-1234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Critical Severity | CVSS Score: 9.8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424232" y="1915001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Threat Summary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424232" y="2269331"/>
            <a:ext cx="9781937" cy="3686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Apache HTTP Server versions 2.4.52 through 2.4.58 contain a critical vulnerability allowing remote attackers to execute arbitrary code via crafted HTTP requests. Exploitation requires only network access to vulnerable servers.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24232" y="2770823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Affected Systems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424232" y="3125153"/>
            <a:ext cx="9781937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Apache HTTP Server 2.4.52-2.4.58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infrastructure deployments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web servers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24232" y="3872865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Risk Assessment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970139" y="5148620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95%</a:t>
            </a:r>
            <a:endParaRPr lang="en-US" sz="27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806" y="4262557"/>
            <a:ext cx="2126456" cy="2126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55971" y="6512957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Exploit Likelihood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916472" y="5148620"/>
            <a:ext cx="17436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9.8</a:t>
            </a:r>
            <a:endParaRPr lang="en-US" sz="27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5138" y="4262557"/>
            <a:ext cx="2126456" cy="2126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02303" y="6512957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CVSS Score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2424232" y="6867287"/>
            <a:ext cx="177200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Mitigation Steps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2424232" y="7221617"/>
            <a:ext cx="9781937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Upgrade to Apache 2.4.59 or later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WAF rules blocking malicious patterns</a:t>
            </a:r>
            <a:endParaRPr lang="en-US" sz="1100" dirty="0"/>
          </a:p>
          <a:p>
            <a:pPr algn="l" marL="342900" indent="-342900">
              <a:lnSpc>
                <a:spcPts val="145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 network segmentation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9846" y="880467"/>
            <a:ext cx="7712035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 Impact &amp; Future Directions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669846" y="1720691"/>
            <a:ext cx="3821430" cy="2360533"/>
          </a:xfrm>
          <a:prstGeom prst="roundRect">
            <a:avLst>
              <a:gd name="adj" fmla="val 1216"/>
            </a:avLst>
          </a:prstGeom>
          <a:solidFill>
            <a:srgbClr val="E9ECF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179" y="1912025"/>
            <a:ext cx="574119" cy="57411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056" y="2069902"/>
            <a:ext cx="258366" cy="25836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61179" y="2647593"/>
            <a:ext cx="272879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Advantage</a:t>
            </a:r>
            <a:endParaRPr lang="en-US" sz="1850" dirty="0"/>
          </a:p>
        </p:txBody>
      </p:sp>
      <p:sp>
        <p:nvSpPr>
          <p:cNvPr id="8" name="Text 3"/>
          <p:cNvSpPr/>
          <p:nvPr/>
        </p:nvSpPr>
        <p:spPr>
          <a:xfrm>
            <a:off x="861179" y="3043357"/>
            <a:ext cx="3438763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RAG processing eliminates cloud latency, enabling real-time threat response without data privacy concerns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4652724" y="1720691"/>
            <a:ext cx="3821430" cy="2360533"/>
          </a:xfrm>
          <a:prstGeom prst="roundRect">
            <a:avLst>
              <a:gd name="adj" fmla="val 1216"/>
            </a:avLst>
          </a:prstGeom>
          <a:solidFill>
            <a:srgbClr val="E9ECF2"/>
          </a:solidFill>
          <a:ln/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4058" y="1912025"/>
            <a:ext cx="574119" cy="574119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01935" y="2069902"/>
            <a:ext cx="258366" cy="25836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844058" y="264759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Security First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4844058" y="3043357"/>
            <a:ext cx="3438763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On-premise deployment ensures sensitive threat intelligence never leaves organizational networks</a:t>
            </a:r>
            <a:endParaRPr lang="en-US" sz="1500" dirty="0"/>
          </a:p>
        </p:txBody>
      </p:sp>
      <p:sp>
        <p:nvSpPr>
          <p:cNvPr id="14" name="Shape 7"/>
          <p:cNvSpPr/>
          <p:nvPr/>
        </p:nvSpPr>
        <p:spPr>
          <a:xfrm>
            <a:off x="669846" y="4242673"/>
            <a:ext cx="7804309" cy="2078355"/>
          </a:xfrm>
          <a:prstGeom prst="roundRect">
            <a:avLst>
              <a:gd name="adj" fmla="val 1381"/>
            </a:avLst>
          </a:prstGeom>
          <a:solidFill>
            <a:srgbClr val="E9ECF2"/>
          </a:solidFill>
          <a:ln/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1179" y="4434007"/>
            <a:ext cx="574119" cy="574119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9056" y="4591883"/>
            <a:ext cx="258366" cy="25836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861179" y="516957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Roadmap</a:t>
            </a:r>
            <a:endParaRPr lang="en-US" sz="1850" dirty="0"/>
          </a:p>
        </p:txBody>
      </p:sp>
      <p:sp>
        <p:nvSpPr>
          <p:cNvPr id="18" name="Text 9"/>
          <p:cNvSpPr/>
          <p:nvPr/>
        </p:nvSpPr>
        <p:spPr>
          <a:xfrm>
            <a:off x="861179" y="5565338"/>
            <a:ext cx="7421642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with SIEM platforms, automated incident response, and predictive threat modeling using temporal analysis</a:t>
            </a:r>
            <a:endParaRPr lang="en-US" sz="1500" dirty="0"/>
          </a:p>
        </p:txBody>
      </p:sp>
      <p:sp>
        <p:nvSpPr>
          <p:cNvPr id="19" name="Text 10"/>
          <p:cNvSpPr/>
          <p:nvPr/>
        </p:nvSpPr>
        <p:spPr>
          <a:xfrm>
            <a:off x="669846" y="6502598"/>
            <a:ext cx="7804309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demonstrates the feasibility of local AI-powered threat intelligence systems, providing organizations with enterprise-grade security analytics without cloud dependencies or data privacy risks.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2026-04-19T06:49:46Z</dcterms:created>
  <dcterms:modified xsi:type="dcterms:W3CDTF">2026-04-19T06:49:46Z</dcterms:modified>
</cp:coreProperties>
</file>